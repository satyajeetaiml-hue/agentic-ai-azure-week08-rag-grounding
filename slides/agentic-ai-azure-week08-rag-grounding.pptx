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covers 'agentic-ai-azure-week08-rag-grounding' — Week 8 · Memory, State &amp; Grounding (RAG). Frame the problem and why it matters, then walk the class through the learning goal, the enterprise use case, the architecture/flow, the key concepts, a live run in VS Code, and the architect's takeaways. The repo runs locally with no Azure, so demo it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[Learning goal] Walk through these talking points:</a:t>
            </a:r>
          </a:p>
          <a:p>
            <a:r>
              <a:t>- Build retrieval-grounded agents</a:t>
            </a:r>
          </a:p>
          <a:p>
            <a:r>
              <a:t>- Make knowledge permission-aware (security trimming)</a:t>
            </a:r>
          </a:p>
          <a:p>
            <a:r>
              <a:t>- Cite sources; say 'I don't know' when ungrounded</a:t>
            </a:r>
          </a:p>
          <a:p>
            <a:r>
              <a:t>Ask the class: which of these ideas is new to you?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[Enterprise use case] Walk through these talking points:</a:t>
            </a:r>
          </a:p>
          <a:p>
            <a:r>
              <a:t>- Clinical Policy Assistant (healthcare)</a:t>
            </a:r>
          </a:p>
          <a:p>
            <a:r>
              <a:t>- Clinicians query care protocols</a:t>
            </a:r>
          </a:p>
          <a:p>
            <a:r>
              <a:t>- Answers trimmed by role/department; sources cited</a:t>
            </a:r>
          </a:p>
          <a:p>
            <a:r>
              <a:t>Tip: relate this to a regulated scenario your students know.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[Architecture / flow] Walk through these talking points:</a:t>
            </a:r>
          </a:p>
          <a:p>
            <a:r>
              <a:t>- Ingest → chunk → embed → index (Azure AI Search)</a:t>
            </a:r>
          </a:p>
          <a:p>
            <a:r>
              <a:t>- Hybrid search (keyword + vector, RRF)</a:t>
            </a:r>
          </a:p>
          <a:p>
            <a:r>
              <a:t>- Security trimming via OData ACL filter</a:t>
            </a:r>
          </a:p>
          <a:p>
            <a:r>
              <a:t>- Grounded generation + 'I don't know' guardrail</a:t>
            </a:r>
          </a:p>
          <a:p>
            <a:r>
              <a:t>Demo: trace a single request through these steps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 concepts] Walk through these talking points:</a:t>
            </a:r>
          </a:p>
          <a:p>
            <a:r>
              <a:t>- Real Search backend + setup_search.py ingestion</a:t>
            </a:r>
          </a:p>
          <a:p>
            <a:r>
              <a:t>- Embeddings via Foundry; HNSW vector profile</a:t>
            </a:r>
          </a:p>
          <a:p>
            <a:r>
              <a:t>- Mock backend mirrors retrieval + trimming offline</a:t>
            </a:r>
          </a:p>
          <a:p>
            <a:r>
              <a:t>Open the named file in the repo while you explain each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[Run it (VS Code — no Azure needed)] Walk through these talking points:</a:t>
            </a:r>
          </a:p>
          <a:p>
            <a:r>
              <a:t>- git clone the repo, then open it in VS Code</a:t>
            </a:r>
          </a:p>
          <a:p>
            <a:r>
              <a:t>- python -m venv .venv  →  activate it</a:t>
            </a:r>
          </a:p>
          <a:p>
            <a:r>
              <a:t>- pip install -r requirements.txt</a:t>
            </a:r>
          </a:p>
          <a:p>
            <a:r>
              <a:t>- uvicorn app.main:app --reload</a:t>
            </a:r>
          </a:p>
          <a:p>
            <a:r>
              <a:t>- Open /docs and call  POST /api/v1/policy/ask</a:t>
            </a:r>
          </a:p>
          <a:p>
            <a:r>
              <a:t>- Runs in MOCK mode — no Azure/keys needed</a:t>
            </a:r>
          </a:p>
          <a:p>
            <a:r>
              <a:t>Do this live: clone → install → run → hit /docs.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[Architect's takeaways] Walk through these talking points:</a:t>
            </a:r>
          </a:p>
          <a:p>
            <a:r>
              <a:t>- Security trimming is a first-class requirement (PHI/PII)</a:t>
            </a:r>
          </a:p>
          <a:p>
            <a:r>
              <a:t>- Retrieval quality: chunking, hybrid, reranking</a:t>
            </a:r>
          </a:p>
          <a:p>
            <a:r>
              <a:t>- Grounding vs. hallucination guardrails</a:t>
            </a:r>
          </a:p>
          <a:p>
            <a:r>
              <a:t>Discussion: when would you NOT choose this approach?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9144000" cy="1737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574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agentic-ai-azure-week08-rag-grounding</a:t>
            </a:r>
          </a:p>
          <a:p>
            <a:r>
              <a:rPr sz="1600">
                <a:solidFill>
                  <a:srgbClr val="FFFFFF"/>
                </a:solidFill>
              </a:rPr>
              <a:t>Week 8 · Memory, State &amp; Grounding (RAG)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0F6CBD"/>
                </a:solidFill>
              </a:rPr>
              <a:t>Agentic AI on Azure — Enterprise Master 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Learning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Build retrieval-grounded agents</a:t>
            </a:r>
          </a:p>
          <a:p>
            <a:r>
              <a:rPr sz="1800">
                <a:solidFill>
                  <a:srgbClr val="202020"/>
                </a:solidFill>
              </a:rPr>
              <a:t>Make knowledge permission-aware (security trimming)</a:t>
            </a:r>
          </a:p>
          <a:p>
            <a:r>
              <a:rPr sz="1800">
                <a:solidFill>
                  <a:srgbClr val="202020"/>
                </a:solidFill>
              </a:rPr>
              <a:t>Cite sources; say 'I don't know' when ungrounded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Enterprise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Clinical Policy Assistant (healthcare)</a:t>
            </a:r>
          </a:p>
          <a:p>
            <a:r>
              <a:rPr sz="1800">
                <a:solidFill>
                  <a:srgbClr val="202020"/>
                </a:solidFill>
              </a:rPr>
              <a:t>Clinicians query care protocols</a:t>
            </a:r>
          </a:p>
          <a:p>
            <a:r>
              <a:rPr sz="1800">
                <a:solidFill>
                  <a:srgbClr val="202020"/>
                </a:solidFill>
              </a:rPr>
              <a:t>Answers trimmed by role/department; sources cited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Architecture /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Ingest → chunk → embed → index (Azure AI Search)</a:t>
            </a:r>
          </a:p>
          <a:p>
            <a:r>
              <a:rPr sz="1800">
                <a:solidFill>
                  <a:srgbClr val="202020"/>
                </a:solidFill>
              </a:rPr>
              <a:t>Hybrid search (keyword + vector, RRF)</a:t>
            </a:r>
          </a:p>
          <a:p>
            <a:r>
              <a:rPr sz="1800">
                <a:solidFill>
                  <a:srgbClr val="202020"/>
                </a:solidFill>
              </a:rPr>
              <a:t>Security trimming via OData ACL filter</a:t>
            </a:r>
          </a:p>
          <a:p>
            <a:r>
              <a:rPr sz="1800">
                <a:solidFill>
                  <a:srgbClr val="202020"/>
                </a:solidFill>
              </a:rPr>
              <a:t>Grounded generation + 'I don't know' guardrail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Real Search backend + setup_search.py ingestion</a:t>
            </a:r>
          </a:p>
          <a:p>
            <a:r>
              <a:rPr sz="1800">
                <a:solidFill>
                  <a:srgbClr val="202020"/>
                </a:solidFill>
              </a:rPr>
              <a:t>Embeddings via Foundry; HNSW vector profile</a:t>
            </a:r>
          </a:p>
          <a:p>
            <a:r>
              <a:rPr sz="1800">
                <a:solidFill>
                  <a:srgbClr val="202020"/>
                </a:solidFill>
              </a:rPr>
              <a:t>Mock backend mirrors retrieval + trimming offline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Run it (VS Code — no Azure needed)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git clone the repo, then open it in VS Code</a:t>
            </a:r>
          </a:p>
          <a:p>
            <a:r>
              <a:rPr sz="1800">
                <a:solidFill>
                  <a:srgbClr val="202020"/>
                </a:solidFill>
              </a:rPr>
              <a:t>python -m venv .venv  →  activate it</a:t>
            </a:r>
          </a:p>
          <a:p>
            <a:r>
              <a:rPr sz="1800">
                <a:solidFill>
                  <a:srgbClr val="202020"/>
                </a:solidFill>
              </a:rPr>
              <a:t>pip install -r requirements.txt</a:t>
            </a:r>
          </a:p>
          <a:p>
            <a:r>
              <a:rPr sz="1800">
                <a:solidFill>
                  <a:srgbClr val="202020"/>
                </a:solidFill>
              </a:rPr>
              <a:t>uvicorn app.main:app --reload</a:t>
            </a:r>
          </a:p>
          <a:p>
            <a:r>
              <a:rPr sz="1800">
                <a:solidFill>
                  <a:srgbClr val="202020"/>
                </a:solidFill>
              </a:rPr>
              <a:t>Open /docs and call  POST /api/v1/policy/ask</a:t>
            </a:r>
          </a:p>
          <a:p>
            <a:r>
              <a:rPr sz="1800">
                <a:solidFill>
                  <a:srgbClr val="202020"/>
                </a:solidFill>
              </a:rPr>
              <a:t>Runs in MOCK mode — no Azure/keys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Architect's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Security trimming is a first-class requirement (PHI/PII)</a:t>
            </a:r>
          </a:p>
          <a:p>
            <a:r>
              <a:rPr sz="1800">
                <a:solidFill>
                  <a:srgbClr val="202020"/>
                </a:solidFill>
              </a:rPr>
              <a:t>Retrieval quality: chunking, hybrid, reranking</a:t>
            </a:r>
          </a:p>
          <a:p>
            <a:r>
              <a:rPr sz="1800">
                <a:solidFill>
                  <a:srgbClr val="202020"/>
                </a:solidFill>
              </a:rPr>
              <a:t>Grounding vs. hallucination guardrails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