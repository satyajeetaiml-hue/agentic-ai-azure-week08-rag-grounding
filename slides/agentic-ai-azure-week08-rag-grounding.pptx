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agentic-ai-azure-week08-rag-grounding</a:t>
            </a:r>
          </a:p>
          <a:p>
            <a:r>
              <a:rPr sz="1600">
                <a:solidFill>
                  <a:srgbClr val="FFFFFF"/>
                </a:solidFill>
              </a:rPr>
              <a:t>Week 8 · Memory, State &amp; Grounding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Build retrieval-grounded agents</a:t>
            </a:r>
          </a:p>
          <a:p>
            <a:r>
              <a:rPr sz="1800">
                <a:solidFill>
                  <a:srgbClr val="202020"/>
                </a:solidFill>
              </a:rPr>
              <a:t>Make knowledge permission-aware (security trimming)</a:t>
            </a:r>
          </a:p>
          <a:p>
            <a:r>
              <a:rPr sz="1800">
                <a:solidFill>
                  <a:srgbClr val="202020"/>
                </a:solidFill>
              </a:rPr>
              <a:t>Cite sources; say 'I don't know' when ungrounded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Clinical Policy Assistant (healthcare)</a:t>
            </a:r>
          </a:p>
          <a:p>
            <a:r>
              <a:rPr sz="1800">
                <a:solidFill>
                  <a:srgbClr val="202020"/>
                </a:solidFill>
              </a:rPr>
              <a:t>Clinicians query care protocols</a:t>
            </a:r>
          </a:p>
          <a:p>
            <a:r>
              <a:rPr sz="1800">
                <a:solidFill>
                  <a:srgbClr val="202020"/>
                </a:solidFill>
              </a:rPr>
              <a:t>Answers trimmed by role/department; sources cited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Ingest → chunk → embed → index (Azure AI Search)</a:t>
            </a:r>
          </a:p>
          <a:p>
            <a:r>
              <a:rPr sz="1800">
                <a:solidFill>
                  <a:srgbClr val="202020"/>
                </a:solidFill>
              </a:rPr>
              <a:t>Hybrid search (keyword + vector, RRF)</a:t>
            </a:r>
          </a:p>
          <a:p>
            <a:r>
              <a:rPr sz="1800">
                <a:solidFill>
                  <a:srgbClr val="202020"/>
                </a:solidFill>
              </a:rPr>
              <a:t>Security trimming via OData ACL filter</a:t>
            </a:r>
          </a:p>
          <a:p>
            <a:r>
              <a:rPr sz="1800">
                <a:solidFill>
                  <a:srgbClr val="202020"/>
                </a:solidFill>
              </a:rPr>
              <a:t>Grounded generation + 'I don't know' guardrail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Real Search backend + setup_search.py ingestion</a:t>
            </a:r>
          </a:p>
          <a:p>
            <a:r>
              <a:rPr sz="1800">
                <a:solidFill>
                  <a:srgbClr val="202020"/>
                </a:solidFill>
              </a:rPr>
              <a:t>Embeddings via Foundry; HNSW vector profile</a:t>
            </a:r>
          </a:p>
          <a:p>
            <a:r>
              <a:rPr sz="1800">
                <a:solidFill>
                  <a:srgbClr val="202020"/>
                </a:solidFill>
              </a:rPr>
              <a:t>Mock backend mirrors retrieval + trimming offline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/api/v1/policy/ask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Security trimming is a first-class requirement (PHI/PII)</a:t>
            </a:r>
          </a:p>
          <a:p>
            <a:r>
              <a:rPr sz="1800">
                <a:solidFill>
                  <a:srgbClr val="202020"/>
                </a:solidFill>
              </a:rPr>
              <a:t>Retrieval quality: chunking, hybrid, reranking</a:t>
            </a:r>
          </a:p>
          <a:p>
            <a:r>
              <a:rPr sz="1800">
                <a:solidFill>
                  <a:srgbClr val="202020"/>
                </a:solidFill>
              </a:rPr>
              <a:t>Grounding vs. hallucination guardrails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